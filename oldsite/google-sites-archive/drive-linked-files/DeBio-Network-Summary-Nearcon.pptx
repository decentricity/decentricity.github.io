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7bd76311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7bd76311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5654fe93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5654fe93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5608d0e90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45608d0e90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5295d225e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5295d225e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17bd76311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17bd76311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5654fe933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5654fe933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5654fe933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5654fe933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654fe933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654fe933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654fe933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654fe933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5654fe933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5654fe933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0" y="0"/>
            <a:ext cx="9039048" cy="499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30355" l="21220" r="19738" t="9596"/>
          <a:stretch/>
        </p:blipFill>
        <p:spPr>
          <a:xfrm>
            <a:off x="216187" y="648850"/>
            <a:ext cx="499927" cy="50847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800525" y="554850"/>
            <a:ext cx="4252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48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94150" y="2366725"/>
            <a:ext cx="398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Rubik Medium"/>
                <a:ea typeface="Rubik Medium"/>
                <a:cs typeface="Rubik Medium"/>
                <a:sym typeface="Rubik Medium"/>
              </a:rPr>
              <a:t>The Anonymous-First Blockchain for Medical and Bioinformatics Data</a:t>
            </a:r>
            <a:endParaRPr sz="1800">
              <a:solidFill>
                <a:srgbClr val="434343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599025" y="1874375"/>
            <a:ext cx="54687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Montserrat"/>
                <a:ea typeface="Montserrat"/>
                <a:cs typeface="Montserrat"/>
                <a:sym typeface="Montserrat"/>
              </a:rPr>
              <a:t>We aim to democratize direct-to-consumer genomics with a privacy-preserving, anonymous-first platform running on a fully decentralized, autonomous infrastructure.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200" y="789900"/>
            <a:ext cx="2634527" cy="35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86148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3227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80306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/>
          </a:blip>
          <a:srcRect b="30355" l="21220" r="19738" t="9596"/>
          <a:stretch/>
        </p:blipFill>
        <p:spPr>
          <a:xfrm>
            <a:off x="215625" y="234075"/>
            <a:ext cx="161198" cy="16395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34503" y="157750"/>
            <a:ext cx="9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1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72317" t="39654"/>
          <a:stretch/>
        </p:blipFill>
        <p:spPr>
          <a:xfrm rot="-5400000">
            <a:off x="8190362" y="-200962"/>
            <a:ext cx="518750" cy="12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405525" y="343225"/>
            <a:ext cx="478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Our Vision</a:t>
            </a:r>
            <a:endParaRPr b="1" sz="48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2" name="Google Shape;72;p14"/>
          <p:cNvSpPr/>
          <p:nvPr/>
        </p:nvSpPr>
        <p:spPr>
          <a:xfrm rot="-1291548">
            <a:off x="6194759" y="1001325"/>
            <a:ext cx="1053908" cy="86460"/>
          </a:xfrm>
          <a:prstGeom prst="rect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 rot="-2323540">
            <a:off x="6707896" y="1005817"/>
            <a:ext cx="570659" cy="87512"/>
          </a:xfrm>
          <a:prstGeom prst="rect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 rot="-1291318">
            <a:off x="6741146" y="1053294"/>
            <a:ext cx="708176" cy="86460"/>
          </a:xfrm>
          <a:prstGeom prst="rect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25800" y="400575"/>
            <a:ext cx="387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Product Overview</a:t>
            </a:r>
            <a:endParaRPr b="1" sz="30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30355" l="21220" r="19738" t="9596"/>
          <a:stretch/>
        </p:blipFill>
        <p:spPr>
          <a:xfrm>
            <a:off x="215625" y="234075"/>
            <a:ext cx="161198" cy="16395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334503" y="157750"/>
            <a:ext cx="9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1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1775" y="150338"/>
            <a:ext cx="3870950" cy="484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34499" y="1103599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391423" y="1208575"/>
            <a:ext cx="284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73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Decentralized Genetics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76825" y="1389775"/>
            <a:ext cx="4249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Allow users to sample and sequence their genome and get genetic reports anonymously, without leaving home.</a:t>
            </a:r>
            <a:endParaRPr sz="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55662" y="2000699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412586" y="2105675"/>
            <a:ext cx="284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7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Genetic Analysis</a:t>
            </a:r>
            <a:endParaRPr b="1" sz="147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97988" y="2286875"/>
            <a:ext cx="4249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Allow users to request genetic/DNA analysis to a verified Genetic Analyst on the DeBio dApp based on their uploaded genomic data.</a:t>
            </a:r>
            <a:endParaRPr sz="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55662" y="2950024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412586" y="3055000"/>
            <a:ext cx="284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7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Request Service</a:t>
            </a:r>
            <a:endParaRPr b="1" sz="147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97988" y="3236200"/>
            <a:ext cx="4249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Allow users to request a service to the nearby Lab by staking some amount in $DBIO.</a:t>
            </a:r>
            <a:endParaRPr sz="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355662" y="3928124"/>
            <a:ext cx="307800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412586" y="4033100"/>
            <a:ext cx="284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7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Electronic Medical Records</a:t>
            </a:r>
            <a:endParaRPr b="1" sz="147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397988" y="4214300"/>
            <a:ext cx="4249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Allow users to upload their Medical records (e.g. MRI data, radiology images, etc.) which later can be accessed by service providers on the DeBio dApp, with their express consent.</a:t>
            </a:r>
            <a:endParaRPr sz="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160825" y="1586700"/>
            <a:ext cx="3807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Our Upcoming Feature</a:t>
            </a:r>
            <a:endParaRPr b="1" sz="33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4">
            <a:alphaModFix/>
          </a:blip>
          <a:srcRect b="30355" l="21220" r="19738" t="9596"/>
          <a:stretch/>
        </p:blipFill>
        <p:spPr>
          <a:xfrm>
            <a:off x="215625" y="234075"/>
            <a:ext cx="161198" cy="163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34503" y="157750"/>
            <a:ext cx="9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1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0498" y="462675"/>
            <a:ext cx="5415200" cy="418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 rotWithShape="1">
          <a:blip r:embed="rId4">
            <a:alphaModFix/>
          </a:blip>
          <a:srcRect b="30355" l="21220" r="19738" t="9596"/>
          <a:stretch/>
        </p:blipFill>
        <p:spPr>
          <a:xfrm>
            <a:off x="215625" y="234075"/>
            <a:ext cx="161198" cy="163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334503" y="157750"/>
            <a:ext cx="9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1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275" y="625700"/>
            <a:ext cx="4384026" cy="43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5023475" y="625700"/>
            <a:ext cx="387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Get Your Free Genetic Analysis</a:t>
            </a:r>
            <a:endParaRPr b="1" sz="27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103125" y="1602125"/>
            <a:ext cx="3711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ontserrat Medium"/>
              <a:buChar char="●"/>
            </a:pPr>
            <a:r>
              <a:rPr lang="en-GB" sz="12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you have taken a genetic test from 23andMe, Ancestry, MyHeritage, LivingDNA, FamliyDNA or equivalent. Upload your genetic data and get an analysis. </a:t>
            </a:r>
            <a:endParaRPr sz="12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Montserrat Medium"/>
              <a:buChar char="●"/>
            </a:pPr>
            <a:r>
              <a:rPr lang="en-GB" sz="12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who use DEBIO and share their experience will stand the chance to have their entire transaction reimbursed.</a:t>
            </a:r>
            <a:endParaRPr sz="12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173800" y="3847575"/>
            <a:ext cx="151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SIGN UP HERE</a:t>
            </a:r>
            <a:endParaRPr b="1" sz="9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5288" y="4170675"/>
            <a:ext cx="708274" cy="70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5877350" y="4572175"/>
            <a:ext cx="22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</a:rPr>
              <a:t>https://forms.gle/huKxpreWbA8LtWMA7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2776650" y="1917450"/>
            <a:ext cx="387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Misc Content</a:t>
            </a:r>
            <a:endParaRPr b="1" sz="27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412700" y="1263725"/>
            <a:ext cx="83949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Current price = $4.26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Reported Marketcap = $3.71B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Reported Volume (24H) = $77.58M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ATH (USD) = $20.39 (17/01/2022)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Circulating Supply = 779,634,747.65 NEAR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Max supply = 1,000,000,000 NEAR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Total live accounts = 18857789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-GB">
                <a:latin typeface="Montserrat"/>
                <a:ea typeface="Montserrat"/>
                <a:cs typeface="Montserrat"/>
                <a:sym typeface="Montserrat"/>
              </a:rPr>
              <a:t>Total Number of Transactions = 200,834,902 (9/9/2022)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86148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83227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8030650" y="4797800"/>
            <a:ext cx="112500" cy="112500"/>
          </a:xfrm>
          <a:prstGeom prst="ellipse">
            <a:avLst/>
          </a:prstGeom>
          <a:solidFill>
            <a:srgbClr val="FF66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4">
            <a:alphaModFix/>
          </a:blip>
          <a:srcRect b="30355" l="21220" r="19738" t="9596"/>
          <a:stretch/>
        </p:blipFill>
        <p:spPr>
          <a:xfrm>
            <a:off x="215625" y="234075"/>
            <a:ext cx="161198" cy="1639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334503" y="157750"/>
            <a:ext cx="96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56E0"/>
                </a:solidFill>
                <a:latin typeface="Rubik Medium"/>
                <a:ea typeface="Rubik Medium"/>
                <a:cs typeface="Rubik Medium"/>
                <a:sym typeface="Rubik Medium"/>
              </a:rPr>
              <a:t>DeBio Network</a:t>
            </a:r>
            <a:endParaRPr sz="100">
              <a:solidFill>
                <a:srgbClr val="FF56E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5">
            <a:alphaModFix/>
          </a:blip>
          <a:srcRect b="0" l="0" r="72317" t="39654"/>
          <a:stretch/>
        </p:blipFill>
        <p:spPr>
          <a:xfrm rot="-5400000">
            <a:off x="8190362" y="-200962"/>
            <a:ext cx="518750" cy="12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1523325" y="398025"/>
            <a:ext cx="608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Some Helpful Data on NEAR</a:t>
            </a:r>
            <a:endParaRPr b="1" sz="27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6700"/>
            <a:ext cx="4572001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66700"/>
            <a:ext cx="4572001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50" y="408900"/>
            <a:ext cx="4537574" cy="453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25" y="408900"/>
            <a:ext cx="4537574" cy="453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52400"/>
            <a:ext cx="4521549" cy="452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7750" y="152400"/>
            <a:ext cx="4521549" cy="452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