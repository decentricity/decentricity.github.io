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441a3af7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441a3af7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529ef70b0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529ef70b0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529da9a09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529da9a09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529da9a09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529da9a09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529da9a09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529da9a09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529da9a09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529da9a09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hyperlink" Target="https://myriad.town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1675" y="-53850"/>
            <a:ext cx="9327350" cy="52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5450" y="1774500"/>
            <a:ext cx="3313101" cy="7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913113" y="2685907"/>
            <a:ext cx="56262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6DAEC"/>
                </a:solidFill>
                <a:latin typeface="Red Hat Text"/>
                <a:ea typeface="Red Hat Text"/>
                <a:cs typeface="Red Hat Text"/>
                <a:sym typeface="Red Hat Text"/>
              </a:rPr>
              <a:t>It’s your turn to own the web</a:t>
            </a:r>
            <a:endParaRPr sz="3000">
              <a:solidFill>
                <a:srgbClr val="D6DAEC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1675" y="-53850"/>
            <a:ext cx="9327350" cy="52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425"/>
            <a:ext cx="35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Myriad?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02150" y="980513"/>
            <a:ext cx="4290900" cy="1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 sz="156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web3 social media solution that is built on top of the existing web2 providers. We aim to provide a fully decentralised, community owned platform.</a:t>
            </a:r>
            <a:endParaRPr sz="1565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 flipH="1" rot="10800000">
            <a:off x="385975" y="865125"/>
            <a:ext cx="8279100" cy="9000"/>
          </a:xfrm>
          <a:prstGeom prst="straightConnector1">
            <a:avLst/>
          </a:prstGeom>
          <a:noFill/>
          <a:ln cap="flat" cmpd="sng" w="9525">
            <a:solidFill>
              <a:srgbClr val="FFC3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975" y="941735"/>
            <a:ext cx="3668950" cy="25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0250" y="3180302"/>
            <a:ext cx="2729076" cy="1914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404" y="3180300"/>
            <a:ext cx="1581722" cy="19148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4740950" y="2199800"/>
            <a:ext cx="4040100" cy="2287500"/>
          </a:xfrm>
          <a:prstGeom prst="roundRect">
            <a:avLst>
              <a:gd fmla="val 8022" name="adj"/>
            </a:avLst>
          </a:prstGeom>
          <a:solidFill>
            <a:srgbClr val="8B20EB"/>
          </a:solidFill>
          <a:ln>
            <a:noFill/>
          </a:ln>
          <a:effectLst>
            <a:outerShdw blurRad="271463" rotWithShape="0" algn="bl" dir="10140000" dist="6667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944100" y="2361550"/>
            <a:ext cx="3610200" cy="19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Points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import posts directly from Twitter and Reddit.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own their content.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tip and receive multiple cryptocurrencies directly in their accounts.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use popular wallets like NEAR, Polkadot or Kusama to login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57369" y="4644319"/>
            <a:ext cx="374200" cy="3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1675" y="-53850"/>
            <a:ext cx="9327350" cy="52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292425"/>
            <a:ext cx="510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Myriad? - </a:t>
            </a:r>
            <a:r>
              <a:rPr b="1" lang="en">
                <a:solidFill>
                  <a:srgbClr val="FFC300"/>
                </a:solidFill>
                <a:latin typeface="Montserrat"/>
                <a:ea typeface="Montserrat"/>
                <a:cs typeface="Montserrat"/>
                <a:sym typeface="Montserrat"/>
              </a:rPr>
              <a:t>Our USPs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 flipH="1" rot="10800000">
            <a:off x="385975" y="865125"/>
            <a:ext cx="8279100" cy="9000"/>
          </a:xfrm>
          <a:prstGeom prst="straightConnector1">
            <a:avLst/>
          </a:prstGeom>
          <a:noFill/>
          <a:ln cap="flat" cmpd="sng" w="9525">
            <a:solidFill>
              <a:srgbClr val="FFC3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/>
          <p:nvPr/>
        </p:nvSpPr>
        <p:spPr>
          <a:xfrm>
            <a:off x="4740950" y="1666400"/>
            <a:ext cx="4040100" cy="2287500"/>
          </a:xfrm>
          <a:prstGeom prst="roundRect">
            <a:avLst>
              <a:gd fmla="val 8022" name="adj"/>
            </a:avLst>
          </a:prstGeom>
          <a:solidFill>
            <a:srgbClr val="8B20EB"/>
          </a:solidFill>
          <a:ln>
            <a:noFill/>
          </a:ln>
          <a:effectLst>
            <a:outerShdw blurRad="271463" rotWithShape="0" algn="bl" dir="10140000" dist="6667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944100" y="1828150"/>
            <a:ext cx="3610200" cy="19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Myriad’s Unique Selling Points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import posts directly from Twitter and Reddit.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own their content.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tip and receive multiple cryptocurrencies directly in their accounts.</a:t>
            </a:r>
            <a:endParaRPr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"/>
              <a:buChar char="●"/>
            </a:pPr>
            <a:r>
              <a:rPr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can use popular wallets like NEAR, Polkadot or Kusama to login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7369" y="4644319"/>
            <a:ext cx="374200" cy="3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700" y="1009575"/>
            <a:ext cx="4040102" cy="301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6779" y="3103700"/>
            <a:ext cx="1581722" cy="191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20EB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368625"/>
            <a:ext cx="628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Myriad.Town - </a:t>
            </a:r>
            <a:r>
              <a:rPr b="1" lang="en">
                <a:solidFill>
                  <a:srgbClr val="FFC300"/>
                </a:solidFill>
                <a:latin typeface="Montserrat"/>
                <a:ea typeface="Montserrat"/>
                <a:cs typeface="Montserrat"/>
                <a:sym typeface="Montserrat"/>
              </a:rPr>
              <a:t>Music Festival Encore</a:t>
            </a:r>
            <a:endParaRPr b="1">
              <a:solidFill>
                <a:srgbClr val="FFC3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9" name="Google Shape;89;p16"/>
          <p:cNvCxnSpPr/>
          <p:nvPr/>
        </p:nvCxnSpPr>
        <p:spPr>
          <a:xfrm flipH="1" rot="10800000">
            <a:off x="385975" y="955200"/>
            <a:ext cx="8279100" cy="9000"/>
          </a:xfrm>
          <a:prstGeom prst="straightConnector1">
            <a:avLst/>
          </a:prstGeom>
          <a:noFill/>
          <a:ln cap="flat" cmpd="sng" w="9525">
            <a:solidFill>
              <a:srgbClr val="FB6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6"/>
          <p:cNvSpPr/>
          <p:nvPr/>
        </p:nvSpPr>
        <p:spPr>
          <a:xfrm>
            <a:off x="4867975" y="1301725"/>
            <a:ext cx="3797100" cy="2050200"/>
          </a:xfrm>
          <a:prstGeom prst="roundRect">
            <a:avLst>
              <a:gd fmla="val 8022" name="adj"/>
            </a:avLst>
          </a:prstGeom>
          <a:solidFill>
            <a:srgbClr val="8B20EB"/>
          </a:solidFill>
          <a:ln>
            <a:noFill/>
          </a:ln>
          <a:effectLst>
            <a:outerShdw blurRad="271463" rotWithShape="0" algn="bl" dir="10140000" dist="6667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5071125" y="1463475"/>
            <a:ext cx="3356100" cy="17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Myriad.Town celebrated its launch on the </a:t>
            </a:r>
            <a:r>
              <a:rPr b="1"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5th September 2022. </a:t>
            </a:r>
            <a:endParaRPr b="1"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attracted up to 306 party-goers and the metaverse had high user logins during the first 3 hours.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7369" y="4644319"/>
            <a:ext cx="374200" cy="3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030275"/>
            <a:ext cx="4427776" cy="245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946" y="3238526"/>
            <a:ext cx="3145953" cy="176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93910" y="3417300"/>
            <a:ext cx="3050240" cy="17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B20E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68625"/>
            <a:ext cx="696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Myriad.Town - </a:t>
            </a:r>
            <a:r>
              <a:rPr b="1" lang="en">
                <a:solidFill>
                  <a:srgbClr val="FFC300"/>
                </a:solidFill>
                <a:latin typeface="Montserrat"/>
                <a:ea typeface="Montserrat"/>
                <a:cs typeface="Montserrat"/>
                <a:sym typeface="Montserrat"/>
              </a:rPr>
              <a:t>Music Festival Encore</a:t>
            </a:r>
            <a:endParaRPr b="1">
              <a:solidFill>
                <a:srgbClr val="FFC3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" name="Google Shape;102;p17"/>
          <p:cNvCxnSpPr/>
          <p:nvPr/>
        </p:nvCxnSpPr>
        <p:spPr>
          <a:xfrm flipH="1" rot="10800000">
            <a:off x="385975" y="955200"/>
            <a:ext cx="8279100" cy="9000"/>
          </a:xfrm>
          <a:prstGeom prst="straightConnector1">
            <a:avLst/>
          </a:prstGeom>
          <a:noFill/>
          <a:ln cap="flat" cmpd="sng" w="9525">
            <a:solidFill>
              <a:srgbClr val="FB6A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/>
          <p:nvPr/>
        </p:nvSpPr>
        <p:spPr>
          <a:xfrm>
            <a:off x="4867975" y="1301725"/>
            <a:ext cx="3797100" cy="2814000"/>
          </a:xfrm>
          <a:prstGeom prst="roundRect">
            <a:avLst>
              <a:gd fmla="val 8022" name="adj"/>
            </a:avLst>
          </a:prstGeom>
          <a:solidFill>
            <a:srgbClr val="8B20EB"/>
          </a:solidFill>
          <a:ln>
            <a:noFill/>
          </a:ln>
          <a:effectLst>
            <a:outerShdw blurRad="271463" rotWithShape="0" algn="bl" dir="10140000" dist="66675">
              <a:srgbClr val="000000">
                <a:alpha val="16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5071125" y="1463475"/>
            <a:ext cx="3356100" cy="24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Myriad.Town will have an encore on the  </a:t>
            </a:r>
            <a:r>
              <a:rPr b="1"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r>
              <a:rPr b="1" lang="en"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 September 2022, 5pm UTC</a:t>
            </a:r>
            <a:endParaRPr b="1" sz="1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Visit us at </a:t>
            </a:r>
            <a:r>
              <a:rPr b="1" lang="en" sz="1100" u="sng">
                <a:solidFill>
                  <a:schemeClr val="hlink"/>
                </a:solidFill>
                <a:hlinkClick r:id="rId4"/>
              </a:rPr>
              <a:t>https://myriad.town</a:t>
            </a:r>
            <a:r>
              <a:rPr b="1" lang="en" sz="1100">
                <a:solidFill>
                  <a:schemeClr val="lt1"/>
                </a:solidFill>
              </a:rPr>
              <a:t> </a:t>
            </a: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to: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749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Medium"/>
              <a:buChar char="●"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Experience the most awesome metaverse music festival again.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749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Medium"/>
              <a:buChar char="●"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Rewards and airdrops.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749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Medium"/>
              <a:buChar char="●"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Pick up land voucher NFTs to pick up land parcels on Myriad.Town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749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ontserrat Medium"/>
              <a:buChar char="●"/>
            </a:pPr>
            <a:r>
              <a:rPr lang="en" sz="14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Another treasure hunt!</a:t>
            </a:r>
            <a:endParaRPr sz="14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57369" y="4644319"/>
            <a:ext cx="374200" cy="3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5221975" y="4268100"/>
            <a:ext cx="331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 Learn More:</a:t>
            </a:r>
            <a:r>
              <a:rPr b="1" lang="en" sz="1100">
                <a:solidFill>
                  <a:schemeClr val="lt1"/>
                </a:solidFill>
              </a:rPr>
              <a:t> https://town.myriad.social/</a:t>
            </a:r>
            <a:endParaRPr b="1" sz="1100">
              <a:solidFill>
                <a:schemeClr val="lt1"/>
              </a:solidFill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1" y="1077775"/>
            <a:ext cx="4292250" cy="24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58625" y="3235825"/>
            <a:ext cx="2281224" cy="12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800" y="3208826"/>
            <a:ext cx="2623719" cy="15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/>
        </p:nvSpPr>
        <p:spPr>
          <a:xfrm>
            <a:off x="2776650" y="1917450"/>
            <a:ext cx="387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Misc Content</a:t>
            </a:r>
            <a:endParaRPr b="1" sz="27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1062125" y="195125"/>
            <a:ext cx="6148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63636"/>
                </a:solidFill>
                <a:latin typeface="Red Hat Text"/>
                <a:ea typeface="Red Hat Text"/>
                <a:cs typeface="Red Hat Text"/>
                <a:sym typeface="Red Hat Text"/>
              </a:rPr>
              <a:t>Some Helpful Data on NEAR</a:t>
            </a:r>
            <a:endParaRPr b="1" sz="2700">
              <a:solidFill>
                <a:srgbClr val="363636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412700" y="1263725"/>
            <a:ext cx="83949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Current price = $4.26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Reported Marketcap = $3.71B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Reported Volume (24H) = $77.58M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ATH (USD) = $20.39 (17/01/2022)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Circulating Supply = 779,634,747.65 NEAR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Max supply = 1,000,000,000 NEAR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Total live accounts = 18857789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Total Number of Transactions = 200,834,902 (9/9/2022)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